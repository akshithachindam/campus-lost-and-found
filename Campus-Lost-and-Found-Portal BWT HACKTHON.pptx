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Host Grotesk" panose="020B0604020202020204" charset="0"/>
      <p:regular r:id="rId11"/>
    </p:embeddedFont>
    <p:embeddedFont>
      <p:font typeface="Host Grotesk Bold" panose="020B0604020202020204" charset="0"/>
      <p:regular r:id="rId12"/>
    </p:embeddedFont>
    <p:embeddedFont>
      <p:font typeface="Host Grotesk SemiBold" panose="020B0604020202020204" charset="0"/>
      <p:regular r:id="rId13"/>
    </p:embeddedFont>
    <p:embeddedFont>
      <p:font typeface="Red Hat Mono SemiBold" panose="020B0604020202020204" charset="0"/>
      <p:regular r:id="rId14"/>
    </p:embeddedFont>
    <p:embeddedFont>
      <p:font typeface="Sofia Sans Extra Condensed Black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996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1877726"/>
            <a:ext cx="5406189" cy="4774390"/>
          </a:xfrm>
          <a:prstGeom prst="roundRect">
            <a:avLst>
              <a:gd name="adj" fmla="val 19286"/>
            </a:avLst>
          </a:prstGeom>
          <a:solidFill>
            <a:srgbClr val="F1F4F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2193733" y="3057146"/>
            <a:ext cx="6248244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ct val="79000"/>
              </a:lnSpc>
              <a:buNone/>
            </a:pP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5432" y="2265957"/>
            <a:ext cx="4074694" cy="411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</a:rPr>
              <a:t>CAMPUS LOST &amp; FOUND PORTAL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48250" y="3044290"/>
            <a:ext cx="4163329" cy="45719"/>
          </a:xfrm>
          <a:prstGeom prst="roundRect">
            <a:avLst>
              <a:gd name="adj" fmla="val 49999"/>
            </a:avLst>
          </a:prstGeom>
          <a:solidFill>
            <a:srgbClr val="1D3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0947" y="3482868"/>
            <a:ext cx="4844717" cy="2605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Project domain: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Web Development</a:t>
            </a:r>
            <a:endParaRPr lang="en-US" sz="2000" dirty="0"/>
          </a:p>
          <a:p>
            <a:pPr marL="0" indent="0" algn="l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Stack: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React.js, Node.js, Express.js, MongoDB</a:t>
            </a:r>
            <a:endParaRPr lang="en-US" sz="2000" dirty="0"/>
          </a:p>
          <a:p>
            <a:pPr marL="0" indent="0" algn="l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Presented by: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Your Name</a:t>
            </a:r>
            <a:endParaRPr lang="en-US" sz="2000" dirty="0"/>
          </a:p>
          <a:p>
            <a:pPr marL="0" indent="0" algn="l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Department: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Your Department</a:t>
            </a:r>
            <a:endParaRPr lang="en-US" sz="2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College: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Your College Name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627EF9-0D0E-F9CD-BF1E-810D2AE4F40F}"/>
              </a:ext>
            </a:extLst>
          </p:cNvPr>
          <p:cNvSpPr txBox="1"/>
          <p:nvPr/>
        </p:nvSpPr>
        <p:spPr>
          <a:xfrm>
            <a:off x="7764379" y="4944969"/>
            <a:ext cx="40666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C.Akshitha(25MVCSMR0296)</a:t>
            </a:r>
          </a:p>
          <a:p>
            <a:r>
              <a:rPr lang="en-IN" sz="2400" dirty="0">
                <a:solidFill>
                  <a:schemeClr val="bg1"/>
                </a:solidFill>
              </a:rPr>
              <a:t>N.Sadaya sri(25MVCSMR0333)</a:t>
            </a:r>
          </a:p>
          <a:p>
            <a:r>
              <a:rPr lang="en-IN" sz="2400" dirty="0">
                <a:solidFill>
                  <a:schemeClr val="bg1"/>
                </a:solidFill>
              </a:rPr>
              <a:t>CH.kavya(25MVCSMR0296)</a:t>
            </a:r>
          </a:p>
          <a:p>
            <a:r>
              <a:rPr lang="en-IN" sz="2400" dirty="0">
                <a:solidFill>
                  <a:schemeClr val="bg1"/>
                </a:solidFill>
              </a:rPr>
              <a:t>R.Neha(25MVCSMR0348)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969FAF-B090-31A2-7279-0563B813C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13332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STUDENTS NEED ONE PLACE TO RECOVER LOST BELONGINGS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1845401"/>
            <a:ext cx="5410065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Why recovery stalls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189" y="2363391"/>
            <a:ext cx="5410065" cy="316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Students frequently lose personal belongings on campus.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Manual methods make finding items difficult and time-consuming.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There is no centralized platform to report and search lost or found items.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Communication between the person who lost an item and the person who found it can be challenging.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48" y="1600200"/>
            <a:ext cx="5638659" cy="4800600"/>
          </a:xfrm>
          <a:custGeom>
            <a:avLst/>
            <a:gdLst/>
            <a:ahLst/>
            <a:cxnLst/>
            <a:rect l="l" t="t" r="r" b="b"/>
            <a:pathLst>
              <a:path w="5638659" h="4800600">
                <a:moveTo>
                  <a:pt x="0" y="0"/>
                </a:moveTo>
                <a:lnTo>
                  <a:pt x="5606910" y="0"/>
                </a:lnTo>
                <a:arcTo wR="31749" hR="31750" stAng="16200000" swAng="5400000"/>
                <a:lnTo>
                  <a:pt x="5638659" y="4768850"/>
                </a:lnTo>
                <a:arcTo wR="31749" hR="31750" stAng="0" swAng="5400000"/>
                <a:lnTo>
                  <a:pt x="0" y="4800600"/>
                </a:lnTo>
                <a:lnTo>
                  <a:pt x="0" y="0"/>
                </a:lnTo>
                <a:close/>
              </a:path>
            </a:pathLst>
          </a:custGeom>
          <a:solidFill>
            <a:srgbClr val="3DDB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76838" y="3279395"/>
            <a:ext cx="52576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0000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76838" y="3694640"/>
            <a:ext cx="4876678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 centralized MERN-based portal to report, search, view, and manage items.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089498" y="1600200"/>
            <a:ext cx="12700" cy="4800600"/>
          </a:xfrm>
          <a:prstGeom prst="rect">
            <a:avLst/>
          </a:prstGeom>
          <a:solidFill>
            <a:srgbClr val="C9D3F2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THE WORKFLOW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THE PORTAL TURNS LOST-AND-FOUND INTO A SEARCHABLE WORKFLOW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2090737"/>
            <a:ext cx="1173450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web application that simplifies the process of recovering lost belongings on campus.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89" y="2641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189" y="2997200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189" y="3185380"/>
            <a:ext cx="201161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Report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189" y="3682008"/>
            <a:ext cx="201161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Add lost and found item reports.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73492" y="2641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73492" y="2997200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73492" y="3185380"/>
            <a:ext cx="201170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Search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73492" y="3682008"/>
            <a:ext cx="201170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View, search, and filter reported items by category and location.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89894" y="2641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89894" y="2997200"/>
            <a:ext cx="2011808" cy="19050"/>
          </a:xfrm>
          <a:prstGeom prst="rect">
            <a:avLst/>
          </a:prstGeom>
          <a:solidFill>
            <a:srgbClr val="1D3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89894" y="3185380"/>
            <a:ext cx="201180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Manage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89894" y="3682008"/>
            <a:ext cx="2011808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Update item information and manage records through CRUD operations.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06395" y="2641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406395" y="2997200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406395" y="3185380"/>
            <a:ext cx="201170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Identify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06395" y="3682008"/>
            <a:ext cx="2011709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Upload and display item images.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722797" y="2641600"/>
            <a:ext cx="93977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1D3BE3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722797" y="2997200"/>
            <a:ext cx="2011610" cy="19050"/>
          </a:xfrm>
          <a:prstGeom prst="rect">
            <a:avLst/>
          </a:prstGeom>
          <a:solidFill>
            <a:srgbClr val="1D3B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722797" y="3185380"/>
            <a:ext cx="201170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Control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722797" y="3682008"/>
            <a:ext cx="201170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Use authentication and role-based access where required.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57189" y="5748040"/>
            <a:ext cx="11277318" cy="652760"/>
          </a:xfrm>
          <a:prstGeom prst="rect">
            <a:avLst/>
          </a:prstGeom>
          <a:solidFill>
            <a:srgbClr val="F1F4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11182" y="5927745"/>
            <a:ext cx="1102332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Tracked fields:</a:t>
            </a:r>
            <a:r>
              <a:rPr lang="en-US" sz="18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name, category, location, date, description, image, and status: Lost, Found, or Returned.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PROJECT CAPABILITIES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THE PROJECT DEMONSTRATES FULL-STACK MERN DEVELOPMENT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189" y="1600200"/>
            <a:ext cx="5562461" cy="1499791"/>
          </a:xfrm>
          <a:prstGeom prst="roundRect">
            <a:avLst>
              <a:gd name="adj" fmla="val 2540"/>
            </a:avLst>
          </a:prstGeom>
          <a:solidFill>
            <a:srgbClr val="D2D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783" y="1769201"/>
            <a:ext cx="510527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Connect the stack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783" y="2295128"/>
            <a:ext cx="510527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Integrate MongoDB, Express.js, React.js, and Node.js.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046" y="1600200"/>
            <a:ext cx="5562461" cy="1499791"/>
          </a:xfrm>
          <a:prstGeom prst="roundRect">
            <a:avLst>
              <a:gd name="adj" fmla="val 2540"/>
            </a:avLst>
          </a:prstGeom>
          <a:solidFill>
            <a:srgbClr val="D2D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640" y="1769201"/>
            <a:ext cx="510527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Work with records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640" y="2295128"/>
            <a:ext cx="510527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Implement create, read, update, and delete operations for item records.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189" y="3252291"/>
            <a:ext cx="5562461" cy="1499989"/>
          </a:xfrm>
          <a:prstGeom prst="roundRect">
            <a:avLst>
              <a:gd name="adj" fmla="val 2540"/>
            </a:avLst>
          </a:prstGeom>
          <a:solidFill>
            <a:srgbClr val="D2D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783" y="3421292"/>
            <a:ext cx="510527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Build REST APIs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5783" y="3947219"/>
            <a:ext cx="510527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Develop REST APIs with Node.js and Express.js.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72046" y="3252291"/>
            <a:ext cx="5562461" cy="1499989"/>
          </a:xfrm>
          <a:prstGeom prst="roundRect">
            <a:avLst>
              <a:gd name="adj" fmla="val 2540"/>
            </a:avLst>
          </a:prstGeom>
          <a:solidFill>
            <a:srgbClr val="D2D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640" y="3421292"/>
            <a:ext cx="510527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Design the interface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640" y="3947219"/>
            <a:ext cx="510527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Build an interactive, responsive React.js interface.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189" y="4904581"/>
            <a:ext cx="5562461" cy="1499791"/>
          </a:xfrm>
          <a:prstGeom prst="roundRect">
            <a:avLst>
              <a:gd name="adj" fmla="val 2540"/>
            </a:avLst>
          </a:prstGeom>
          <a:solidFill>
            <a:srgbClr val="D2D8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783" y="5073582"/>
            <a:ext cx="510527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Secure access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783" y="5599509"/>
            <a:ext cx="510527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Implement secure login and access control where required.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72046" y="4904581"/>
            <a:ext cx="5562461" cy="1499791"/>
          </a:xfrm>
          <a:prstGeom prst="rect">
            <a:avLst/>
          </a:prstGeom>
          <a:solidFill>
            <a:srgbClr val="3DDB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640" y="5073582"/>
            <a:ext cx="5105272" cy="35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Serve the campus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00640" y="5599509"/>
            <a:ext cx="5105272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Make it easier for students and staff to locate lost belongings.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REACT CONNECTS USERS TO APIS, SERVICES, AND MONGODB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2159000"/>
            <a:ext cx="6217784" cy="424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Frontend — React.js: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User interface, item listings, details, search, filtering, and forms.</a:t>
            </a:r>
            <a:endParaRPr lang="en-US" sz="2000" dirty="0"/>
          </a:p>
          <a:p>
            <a:pPr marL="0" indent="0" algn="l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Backend — Node.js: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Server-side application and business logic.</a:t>
            </a:r>
            <a:endParaRPr lang="en-US" sz="2000" dirty="0"/>
          </a:p>
          <a:p>
            <a:pPr marL="0" indent="0" algn="l">
              <a:lnSpc>
                <a:spcPct val="108000"/>
              </a:lnSpc>
              <a:spcAft>
                <a:spcPts val="1750"/>
              </a:spcAft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API layer — Express.js: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REST APIs for adding, viewing, updating, and deleting records.</a:t>
            </a:r>
            <a:endParaRPr lang="en-US" sz="20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Database — MongoDB:</a:t>
            </a: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Item details, categories, locations, dates, descriptions, and image references.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36855" y="2616200"/>
            <a:ext cx="4754840" cy="4241800"/>
          </a:xfrm>
          <a:prstGeom prst="rect">
            <a:avLst/>
          </a:prstGeom>
          <a:solidFill>
            <a:srgbClr val="F1F4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894043" y="3982856"/>
            <a:ext cx="429765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REQUEST / RESPONSE PATH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94043" y="4516437"/>
            <a:ext cx="3840463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User → React.js → Express.js / Node.js → MongoDB → API response → React frontend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1173450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FUNCTIONAL MODULES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1127731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MODULES COVER THE FULL ITEM LIFECYCLE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1600200"/>
            <a:ext cx="634984" cy="63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2401155"/>
            <a:ext cx="201161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User authentication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189" y="3219053"/>
            <a:ext cx="201161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Registration, login, and role-based access where required.</a:t>
            </a:r>
            <a:endParaRPr lang="en-US" sz="2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492" y="1600200"/>
            <a:ext cx="634984" cy="635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73492" y="2401155"/>
            <a:ext cx="201170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Item management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2773492" y="3219053"/>
            <a:ext cx="2011709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Add, view, edit, and delete lost or found records.</a:t>
            </a:r>
            <a:endParaRPr lang="en-US" sz="2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9894" y="1600200"/>
            <a:ext cx="634984" cy="635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89894" y="2401155"/>
            <a:ext cx="201180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Search &amp; filter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5089894" y="2897783"/>
            <a:ext cx="2011808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Find items by name, description, category, location, date, or status.</a:t>
            </a:r>
            <a:endParaRPr lang="en-US" sz="2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395" y="1600200"/>
            <a:ext cx="634984" cy="635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06395" y="2401155"/>
            <a:ext cx="201170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Image management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06395" y="3219053"/>
            <a:ext cx="2011709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Upload and display images while storing references in MongoDB.</a:t>
            </a:r>
            <a:endParaRPr lang="en-US" sz="2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2797" y="1600200"/>
            <a:ext cx="634984" cy="635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722797" y="2401155"/>
            <a:ext cx="201170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Admin management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9722797" y="3219053"/>
            <a:ext cx="2011709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Review reports, manage duplicate or inappropriate entries, and update status.</a:t>
            </a:r>
            <a:endParaRPr lang="en-US" sz="2000" dirty="0"/>
          </a:p>
        </p:txBody>
      </p:sp>
      <p:sp>
        <p:nvSpPr>
          <p:cNvPr id="19" name="Shape 12"/>
          <p:cNvSpPr/>
          <p:nvPr/>
        </p:nvSpPr>
        <p:spPr>
          <a:xfrm>
            <a:off x="457189" y="5715000"/>
            <a:ext cx="11277318" cy="685800"/>
          </a:xfrm>
          <a:prstGeom prst="rect">
            <a:avLst/>
          </a:prstGeom>
          <a:solidFill>
            <a:srgbClr val="3DDB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3"/>
          <p:cNvSpPr/>
          <p:nvPr/>
        </p:nvSpPr>
        <p:spPr>
          <a:xfrm>
            <a:off x="457189" y="5900737"/>
            <a:ext cx="1127731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CRUD:</a:t>
            </a:r>
            <a:r>
              <a:rPr lang="en-US" sz="2000" dirty="0">
                <a:solidFill>
                  <a:srgbClr val="00000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Create reports → Read listings → Update details or status → Delete records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4956"/>
            <a:ext cx="54862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EXPECTED RESULT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189" y="895350"/>
            <a:ext cx="5029074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000" dirty="0">
                <a:solidFill>
                  <a:srgbClr val="0A1540"/>
                </a:solidFill>
                <a:latin typeface="Sofia Sans Extra Condensed Black" pitchFamily="34" charset="0"/>
                <a:ea typeface="Sofia Sans Extra Condensed Black" pitchFamily="34" charset="-122"/>
                <a:cs typeface="Sofia Sans Extra Condensed Black" pitchFamily="34" charset="-120"/>
              </a:rPr>
              <a:t>A CENTRALIZED PORTAL MAKES RECOVERY MORE EFFICIENT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189" y="2556730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Expected result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189" y="3053358"/>
            <a:ext cx="502907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functional web-based lost-and-found portal with working REST APIs.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189" y="3996333"/>
            <a:ext cx="5029074" cy="31651"/>
          </a:xfrm>
          <a:prstGeom prst="roundRect">
            <a:avLst>
              <a:gd name="adj" fmla="val 49998"/>
            </a:avLst>
          </a:prstGeom>
          <a:solidFill>
            <a:srgbClr val="C9D3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189" y="4326533"/>
            <a:ext cx="5029074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Successful MERN Stack integration with efficient storage and retrieval of item records.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48244" y="0"/>
            <a:ext cx="5943451" cy="6858000"/>
          </a:xfrm>
          <a:prstGeom prst="rect">
            <a:avLst/>
          </a:prstGeom>
          <a:solidFill>
            <a:srgbClr val="F1F4F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6705432" y="465137"/>
            <a:ext cx="5029074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user-friendly interface for reporting and searching items.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05432" y="1569305"/>
            <a:ext cx="502907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b="1" dirty="0">
                <a:solidFill>
                  <a:srgbClr val="0A1540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705432" y="2065933"/>
            <a:ext cx="5029074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project demonstrates full-stack web development, CRUD operations, and REST APIs in a practical campus solution.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05432" y="3284951"/>
            <a:ext cx="548626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20" dirty="0">
                <a:solidFill>
                  <a:srgbClr val="0A1540"/>
                </a:solidFill>
                <a:latin typeface="Red Hat Mono SemiBold" pitchFamily="34" charset="0"/>
                <a:ea typeface="Red Hat Mono SemiBold" pitchFamily="34" charset="-122"/>
                <a:cs typeface="Red Hat Mono SemiBold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05432" y="3810595"/>
            <a:ext cx="5029074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AI-based matching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Email and SMS notifications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mobile app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Real-time updates</a:t>
            </a:r>
            <a:endParaRPr lang="en-US" sz="2000" dirty="0"/>
          </a:p>
          <a:p>
            <a:pPr marL="406400" indent="-406400" algn="l">
              <a:lnSpc>
                <a:spcPct val="108000"/>
              </a:lnSpc>
              <a:buSzPct val="100000"/>
              <a:buChar char="•"/>
            </a:pPr>
            <a:r>
              <a:rPr lang="en-US" sz="2000" dirty="0">
                <a:solidFill>
                  <a:srgbClr val="0A1540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Expansion to multiple institutions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705432" y="6006108"/>
            <a:ext cx="1659591" cy="50701"/>
          </a:xfrm>
          <a:prstGeom prst="roundRect">
            <a:avLst>
              <a:gd name="adj" fmla="val 49999"/>
            </a:avLst>
          </a:prstGeom>
          <a:solidFill>
            <a:srgbClr val="1D3BE3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A54219-7317-1ADF-A26E-696A8F7AC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737213"/>
            <a:ext cx="4937924" cy="338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08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636</Words>
  <Application>Microsoft Office PowerPoint</Application>
  <PresentationFormat>Widescreen</PresentationFormat>
  <Paragraphs>94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Host Grotesk SemiBold</vt:lpstr>
      <vt:lpstr>Host Grotesk</vt:lpstr>
      <vt:lpstr>Arial</vt:lpstr>
      <vt:lpstr>Host Grotesk Bold</vt:lpstr>
      <vt:lpstr>Red Hat Mono SemiBold</vt:lpstr>
      <vt:lpstr>Sofia Sans Extra Condensed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 Nikki</cp:lastModifiedBy>
  <cp:revision>2</cp:revision>
  <dcterms:created xsi:type="dcterms:W3CDTF">2026-10-10T04:35:57Z</dcterms:created>
  <dcterms:modified xsi:type="dcterms:W3CDTF">2026-10-10T05:11:23Z</dcterms:modified>
</cp:coreProperties>
</file>